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11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CloudPulse AI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50392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C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cloud, accounted for.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50392" y="3886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AWS-Native Cloud Governance, Cost &amp; Compliance Platform — serverless on AWS, grounded AI insights on Amazon Bedrock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68680" y="4892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2C3B4F"/>
          </a:solidFill>
          <a:ln/>
        </p:spPr>
      </p:sp>
      <p:pic>
        <p:nvPicPr>
          <p:cNvPr id="6" name="Image 0" descr="/tmp/aws-icons/dist/ApplicationIntegration/Event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5047488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5577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697480" y="4892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2C3B4F"/>
          </a:solidFill>
          <a:ln/>
        </p:spPr>
      </p:sp>
      <p:pic>
        <p:nvPicPr>
          <p:cNvPr id="9" name="Image 1" descr="/tmp/aws-icons/dist/ManagementGovernance/CloudTra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552" y="5047488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97480" y="5577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26280" y="4892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2C3B4F"/>
          </a:solidFill>
          <a:ln/>
        </p:spPr>
      </p:sp>
      <p:pic>
        <p:nvPicPr>
          <p:cNvPr id="12" name="Image 2" descr="/tmp/aws-icons/dist/ApplicationIntegration/StepF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5047488"/>
            <a:ext cx="438912" cy="43891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26280" y="5577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Comply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355080" y="4892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2C3B4F"/>
          </a:solidFill>
          <a:ln/>
        </p:spPr>
      </p:sp>
      <p:pic>
        <p:nvPicPr>
          <p:cNvPr id="15" name="Image 3" descr="/tmp/aws-icons/dist/BusinessApplications/SimpleEmailServ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152" y="5047488"/>
            <a:ext cx="438912" cy="4389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5080" y="5577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8183880" y="4892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2C3B4F"/>
          </a:solidFill>
          <a:ln/>
        </p:spPr>
      </p:sp>
      <p:pic>
        <p:nvPicPr>
          <p:cNvPr id="18" name="Image 4" descr="/tmp/aws-icons/dist/CloudFinancialManagement/CostExplor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5047488"/>
            <a:ext cx="438912" cy="43891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183880" y="5577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200" dirty="0"/>
          </a:p>
        </p:txBody>
      </p:sp>
      <p:sp>
        <p:nvSpPr>
          <p:cNvPr id="20" name="Shape 13"/>
          <p:cNvSpPr/>
          <p:nvPr/>
        </p:nvSpPr>
        <p:spPr>
          <a:xfrm>
            <a:off x="10012680" y="4892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2C3B4F"/>
          </a:solidFill>
          <a:ln/>
        </p:spPr>
      </p:sp>
      <p:pic>
        <p:nvPicPr>
          <p:cNvPr id="21" name="Image 5" descr="/tmp/aws-icons/dist/ArtificialIntelligence/Bedr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8752" y="5047488"/>
            <a:ext cx="438912" cy="43891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012680" y="5577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850392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3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• v2.0, as built •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Cloud Grows Faster Than Accountability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12064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cloud tools expose raw data, but they don't attribute ownership, don't chase owners, and don't act.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32F3E"/>
                </a:solidFill>
              </a:rPr>
              <a:t>What do we have?  Who owns it?  What is it costing us?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</a:rPr>
              <a:t>At scale, no one can answer these three questions — resources are spun up faster than they are tagged, tracked, or owned.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16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burn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21868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Orphaned and idle resources cost money month after month — with no owner to challenge them.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265176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28163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discovery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0" y="321868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overruns surface only when the bill arrives, after the money is already spent.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599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archaeology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500176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and audit reporting means digging through consoles and spreadsheets by hand.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55080" y="443484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5994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79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 paralysis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83680" y="5001768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deletes what nobody claims — ownership disputes stall every cleanup effort.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CloudPulse AI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12064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serverless, AI-assisted governance platform — one place to see the AWS estate, built entirely on AWS managed services.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566928" cy="566928"/>
          </a:xfrm>
          <a:prstGeom prst="ellipse">
            <a:avLst/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5" name="Image 0" descr="/tmp/aws-icons/dist/ApplicationIntegration/Event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36192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3716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520440" y="1371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Inventories every resource across accounts and regions — tagged or not — daily and on demand.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2267712"/>
            <a:ext cx="566928" cy="566928"/>
          </a:xfrm>
          <a:prstGeom prst="ellipse">
            <a:avLst/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9" name="Image 1" descr="/tmp/aws-icons/dist/ApplicationIntegration/StepFunc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3774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2128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520440" y="221284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every resource against tagging rules stored as data; violations become tracked findings and a compliance score.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3108960"/>
            <a:ext cx="566928" cy="566928"/>
          </a:xfrm>
          <a:prstGeom prst="ellipse">
            <a:avLst/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13" name="Image 2" descr="/tmp/aws-icons/dist/ManagementGovernance/CloudTrai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21868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054096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520440" y="3054096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owners from CloudTrail creation events, with a fallback chain, and maps resources to internal projects (SDAs).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" y="3950208"/>
            <a:ext cx="566928" cy="566928"/>
          </a:xfrm>
          <a:prstGeom prst="ellipse">
            <a:avLst/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17" name="Image 3" descr="/tmp/aws-icons/dist/BusinessApplications/SimpleEmailServi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59936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895344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the loop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3520440" y="3895344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owners on a day-0/2/4 cadence, then escalates; every finding is tracked until resolved, with a full audit trail.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4791456"/>
            <a:ext cx="566928" cy="566928"/>
          </a:xfrm>
          <a:prstGeom prst="ellipse">
            <a:avLst/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21" name="Image 4" descr="/tmp/aws-icons/dist/CloudFinancialManagement/Budget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901184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17320" y="47365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cost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3520440" y="4736592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spend, per-SDA budgets with overrun findings, idle resources, IAM hygiene, forecasts and rightsizing.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640080" y="5632704"/>
            <a:ext cx="566928" cy="566928"/>
          </a:xfrm>
          <a:prstGeom prst="ellipse">
            <a:avLst/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25" name="Image 5" descr="/tmp/aws-icons/dist/ArtificialIntelligence/Bedr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742432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417320" y="557784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3520440" y="55778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Bedrock AgentCore with Amazon Nova 2 Lite writes a daily digest and per-finding suggestions — validated before display.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FastAPI on Lambda  •  Angular 18  •  Aurora Serverless v2  •  Step Functions  •  Terraform  •  zero stored credentials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Solves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12064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cloud data to a closed accountability loop.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EEF4FE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5" name="Image 0" descr="/tmp/aws-icons/dist/ApplicationIntegration/EventBri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1848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visibility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whole-account inventory across accounts and regions, refreshed daily and on demand, replaces manual console checks.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14173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9" name="Image 1" descr="/tmp/aws-icons/dist/General/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1848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accountability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83680" y="2194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resource is traced to an owner from CloudTrail, and owners are emailed and escalated until findings are resolved.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38328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EEF4FE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13" name="Image 2" descr="/tmp/aws-icons/dist/CloudFinancialManagement/CostExplor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8444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control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77240" y="41605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spend, per-SDA budgets with overrun findings, idle-resource detection and rightsizing surface problems before the bill.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55080" y="338328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17" name="Image 3" descr="/tmp/aws-icons/dist/ArtificialIntelligence/Bedr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58444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toil, grounded AI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583680" y="41605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digest and a suggestion per finding replace manual reporting — each validated against platform data; people make every change.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by: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tag-compliance % up   •   mean time-to-resolve down   •   idle-resource spend identified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Stands — October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12064" y="8229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spec-first by one maintainer with Claude Code: six specs, 481 tasks, 149 pull requests.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EEF4FE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5" name="Image 0" descr="/tmp/aws-icons/dist/ApplicationIntegration/EventBrid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1848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specs implemented and tested — 481 of 481 tasks closed, behind 16 required CI checks including an AI constitution review.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355080" y="141732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9" name="Image 1" descr="/tmp/aws-icons/dist/General/Us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1848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23760" y="16184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live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83680" y="219456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real AWS account: registration, an 87-resource scan, compliance, ownership, the dashboard, the Nova digest and suggestions, cost.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38328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EEF4FE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13" name="Image 2" descr="/tmp/aws-icons/dist/CloudFinancialManagement/CostExplor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58444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live, fixed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77240" y="41605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bugs no mocked test could catch: missing scan permissions, missing enricher grants, and CloudTrail throttling.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355080" y="338328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F4F6F9"/>
          </a:solidFill>
          <a:ln w="12700">
            <a:solidFill>
              <a:srgbClr val="C9D2DC"/>
            </a:solidFill>
            <a:prstDash val="solid"/>
          </a:ln>
        </p:spPr>
      </p:sp>
      <p:pic>
        <p:nvPicPr>
          <p:cNvPr id="17" name="Image 3" descr="/tmp/aws-icons/dist/ArtificialIntelligence/Bedr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58444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35844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to prove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583680" y="416052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 email (needs a verified SES sender) and cross-account onboarding (needs a second AWS account).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32F3E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55321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as: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environment, deployed per session   •   torn down to zero cost   •   zero stored credentials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2026-08-13T22:42:53Z</dcterms:created>
  <dcterms:modified xsi:type="dcterms:W3CDTF">2026-08-13T22:42:53Z</dcterms:modified>
</cp:coreProperties>
</file>