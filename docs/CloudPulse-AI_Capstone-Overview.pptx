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CloudPulse AI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50392" y="3200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C4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cloud, accounted for.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9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Cloud Governance, Cost &amp; Compliance Platform — serverless on AWS, insights by Amazon Bedrock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89204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2C3B4F"/>
          </a:solidFill>
          <a:ln/>
        </p:spPr>
      </p:sp>
      <p:pic>
        <p:nvPicPr>
          <p:cNvPr id="6" name="Image 0" descr="/tmp/aws-icons/dist/ApplicationIntegration/Event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752" y="5047488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5577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697480" y="489204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2C3B4F"/>
          </a:solidFill>
          <a:ln/>
        </p:spPr>
      </p:sp>
      <p:pic>
        <p:nvPicPr>
          <p:cNvPr id="9" name="Image 1" descr="/tmp/aws-icons/dist/ManagementGovernance/CloudTr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552" y="5047488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97480" y="5577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26280" y="489204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2C3B4F"/>
          </a:solidFill>
          <a:ln/>
        </p:spPr>
      </p:sp>
      <p:pic>
        <p:nvPicPr>
          <p:cNvPr id="12" name="Image 2" descr="/tmp/aws-icons/dist/ApplicationIntegration/StepFunctio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5047488"/>
            <a:ext cx="438912" cy="43891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26280" y="5577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Comply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355080" y="489204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2C3B4F"/>
          </a:solidFill>
          <a:ln/>
        </p:spPr>
      </p:sp>
      <p:pic>
        <p:nvPicPr>
          <p:cNvPr id="15" name="Image 3" descr="/tmp/aws-icons/dist/BusinessApplications/SimpleEmailServ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5047488"/>
            <a:ext cx="438912" cy="43891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55080" y="5577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183880" y="489204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2C3B4F"/>
          </a:solidFill>
          <a:ln/>
        </p:spPr>
      </p:sp>
      <p:pic>
        <p:nvPicPr>
          <p:cNvPr id="18" name="Image 4" descr="/tmp/aws-icons/dist/CloudFinancialManagement/CostExplor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5047488"/>
            <a:ext cx="438912" cy="43891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183880" y="5577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10012680" y="489204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2C3B4F"/>
          </a:solidFill>
          <a:ln/>
        </p:spPr>
      </p:sp>
      <p:pic>
        <p:nvPicPr>
          <p:cNvPr id="21" name="Image 5" descr="/tmp/aws-icons/dist/ArtificialIntelligence/Bedro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8752" y="5047488"/>
            <a:ext cx="438912" cy="43891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012680" y="5577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850392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83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Project • August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— Cloud Grows Faster Than Accountability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12064" y="82296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cloud tools expose raw data, but they don't attribute ownership, don't chase owners, and don't act.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32F3E"/>
                </a:solidFill>
              </a:rPr>
              <a:t>What do we have?  Who owns it?  What is it costing us?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</a:rPr>
              <a:t>At scale, no one can answer these three questions — resources are spun up faster than they are tagged, tracked, or owned.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8163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burn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21868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Orphaned and idle resources cost money month after month — with no owner to challenge them.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265176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8163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discovery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321868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overruns surface only when the bill arrives, after the money is already spent.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43484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5994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archaeology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50017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and audit reporting means digging through consoles and spreadsheets by hand.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55080" y="443484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45994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9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 paralysis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50017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deletes what nobody claims — ownership disputes stall every cleanup effort.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CloudPulse AI 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12064" y="82296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serverless, AI-assisted governance platform — one pane of glass over the AWS estate, built entirely on AWS serverless services.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26464"/>
            <a:ext cx="566928" cy="566928"/>
          </a:xfrm>
          <a:prstGeom prst="ellipse">
            <a:avLst/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5" name="Image 0" descr="/tmp/aws-icons/dist/ApplicationIntegration/Event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36192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3716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3520440" y="137160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inventories resources across accounts and regions, on a daily schedule and on demand.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267712"/>
            <a:ext cx="566928" cy="566928"/>
          </a:xfrm>
          <a:prstGeom prst="ellipse">
            <a:avLst/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9" name="Image 1" descr="/tmp/aws-icons/dist/ApplicationIntegration/StepFunc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377440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21284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520440" y="221284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every resource against organizational tagging standards; rules are data, not code.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108960"/>
            <a:ext cx="566928" cy="566928"/>
          </a:xfrm>
          <a:prstGeom prst="ellipse">
            <a:avLst/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13" name="Image 2" descr="/tmp/aws-icons/dist/ManagementGovernance/CloudTr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218688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05409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Attributes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520440" y="3054096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owners by mining CloudTrail activity and maps resources to internal projects (SDAs).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950208"/>
            <a:ext cx="566928" cy="566928"/>
          </a:xfrm>
          <a:prstGeom prst="ellipse">
            <a:avLst/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17" name="Image 3" descr="/tmp/aws-icons/dist/BusinessApplications/SimpleEmailServ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059936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389534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Closes the loop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3520440" y="3895344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Notifies and escalates owners on a set cadence; safe fixes (like missing tags) are applied automatically with a full audit trail.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40080" y="4791456"/>
            <a:ext cx="566928" cy="566928"/>
          </a:xfrm>
          <a:prstGeom prst="ellipse">
            <a:avLst/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21" name="Image 4" descr="/tmp/aws-icons/dist/CloudFinancialManagement/Budget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901184"/>
            <a:ext cx="347472" cy="3474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417320" y="473659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 cost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3520440" y="473659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Per-project budgets, overrun detection, unused-resource and rightsizing recommendations.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640080" y="5632704"/>
            <a:ext cx="566928" cy="566928"/>
          </a:xfrm>
          <a:prstGeom prst="ellipse">
            <a:avLst/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25" name="Image 5" descr="/tmp/aws-icons/dist/ArtificialIntelligence/Bedro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742432"/>
            <a:ext cx="347472" cy="34747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417320" y="5577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520440" y="55778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Bedrock turns findings into plain-language insights, suggestions, and natural-language Q&amp;A.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FastAPI on Lambda  •  Angular 18  •  Aurora Serverless v2  •  Step Functions  •  roles-only access, zero stored credentials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Solves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12064" y="82296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cloud data to a closed accountability loop.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EEF4FE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5" name="Image 0" descr="/tmp/aws-icons/dist/ApplicationIntegration/Event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1848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6184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visibility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" y="21945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multi-region, multi-account inventory replaces manual console checks — the estate is known at all times.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355080" y="141732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9" name="Image 1" descr="/tmp/aws-icons/dist/General/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1848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223760" y="16184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accountability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583680" y="21945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resource gets an owner — from tags, CloudTrail forensics, or a triage queue — and owners are chased until findings are resolved.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48640" y="338328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EEF4FE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13" name="Image 2" descr="/tmp/aws-icons/dist/CloudFinancialManagement/CostExplor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84448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5844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control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" y="41605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Project-level budgets, overrun alerts, and concrete savings recommendations surface problems before the bill does.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355080" y="338328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C9D2DC"/>
            </a:solidFill>
            <a:prstDash val="solid"/>
          </a:ln>
        </p:spPr>
      </p:sp>
      <p:pic>
        <p:nvPicPr>
          <p:cNvPr id="17" name="Image 3" descr="/tmp/aws-icons/dist/ArtificialIntelligence/Bedr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584448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223760" y="35844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toil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583680" y="41605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auto-remediation and AI-generated insights replace hours of manual reporting and follow-up.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553212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32F3E"/>
          </a:solidFill>
          <a:ln/>
        </p:spPr>
      </p:sp>
      <p:sp>
        <p:nvSpPr>
          <p:cNvPr id="21" name="Text 15"/>
          <p:cNvSpPr/>
          <p:nvPr/>
        </p:nvSpPr>
        <p:spPr>
          <a:xfrm>
            <a:off x="822960" y="55321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4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tag-compliance % up   •   mean time-to-remediate down   •   unused-resource spend identified and recovered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2026-08-13T22:42:53Z</dcterms:created>
  <dcterms:modified xsi:type="dcterms:W3CDTF">2026-08-13T22:42:53Z</dcterms:modified>
</cp:coreProperties>
</file>